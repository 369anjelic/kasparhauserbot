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987B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9144000" cy="3657600"/>
          </a:xfrm>
          <a:prstGeom prst="rect">
            <a:avLst/>
          </a:prstGeom>
          <a:solidFill>
            <a:srgbClr val="2A1A3E"/>
          </a:solidFill>
          <a:ln>
            <a:solidFill>
              <a:srgbClr val="2A1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🤖 AI BOT 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Baue deinen Chatbot in 15 Minuten</a:t>
            </a:r>
            <a:br/>
            <a:r>
              <a:t>Mit Claude AI &amp; GitHub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987B8"/>
          </a:solidFill>
          <a:ln>
            <a:solidFill>
              <a:srgbClr val="398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🎯 Was ist ein AI Bot?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Ein chatbot der mit echter Künstlicher Intelligenz spricht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Basiert auf Claude AI (von Anthropic)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Kann komplexe Fragen beantworten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Funktioniert 24/7 kostenlos auf GitHub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Du brauchst: HTML, ein System Prompt, Claude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987B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987B8"/>
          </a:solidFill>
          <a:ln>
            <a:solidFill>
              <a:srgbClr val="398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⚙️ Die 3 Komponenten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1️⃣ FRONTEND: HTML/CSS/JavaScript (die Oberfläche)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2️⃣ SYSTEM PROMPT: Die Persönlichkeit des Bots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3️⃣ CLAUDE API: Das Gehirn (echte AI)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987B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987B8"/>
          </a:solidFill>
          <a:ln>
            <a:solidFill>
              <a:srgbClr val="398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🎭 Beispiel: Kaspar Hauser Bot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Charakter: Kaspar Hauser (historischer Geheimnis-Charakter)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Zeit: 1828 Nürnberg, Deutschland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Persönlichkeit: Melancholisch, poetisch, rätselhaft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Live Demo: https://369Anjelic.github.io/KasparHauser/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Auch dein Bot kann so aussehen &amp; funktionieren!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987B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987B8"/>
          </a:solidFill>
          <a:ln>
            <a:solidFill>
              <a:srgbClr val="398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📋 Die 10 Schritte im Überblick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1-3: Charakter entwickeln, Content sammeln, Prompt schreiben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4-6: Claude Code nutzen, Design optimieren, Lokal testen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7-9: GitHub Repo erstellen, Dateien hochladen, Pages aktivieren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10: Bot teilen &amp; zeigen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⏱️ TOTAL: ~50-60 Minuten bis LIVE!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987B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987B8"/>
          </a:solidFill>
          <a:ln>
            <a:solidFill>
              <a:srgbClr val="398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✍️ Schritt 1-2: Charakter &amp;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SCHRITT 1: Beantworte 5 Fragen über deinen 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  → Wer? Wann &amp; Wo? Was kann er? Wie spricht er? Warum interessant?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SCHRITT 2: Sammle Content über deinen Charakter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  → Wikipedia, Bücher, Videos, Interviews recherchieren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ERGEBNIS: Klarer Charakter + Content-Datenbank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987B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987B8"/>
          </a:solidFill>
          <a:ln>
            <a:solidFill>
              <a:srgbClr val="398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🧬 Schritt 3: System Prompt (Die Bot-DNA)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Das Gehirn deines Bots: Detaillierte Anweisung für Claude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Struktur: Identität → Hintergrund → Persönlichkeit → Sprechweise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Beispiel-Antworten zeigen: Wie genau soll er antworten?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Grenzen definieren: Was NICHT tun!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LÄNGE: 1500-2000 Worte sehr strukturiert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987B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987B8"/>
          </a:solidFill>
          <a:ln>
            <a:solidFill>
              <a:srgbClr val="398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💻 Schritt 4: Claude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Claude schreibt KOMPLETTEN HTML/CSS/JavaScript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Du gibst Claude einen detaillierten Prompt: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  'Erstelle Chat-Interface mit meinem System Prompt...'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Claude liefert: Production-ready index.html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Du speicherst die Datei → Fertig für nächste Schritte!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987B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987B8"/>
          </a:solidFill>
          <a:ln>
            <a:solidFill>
              <a:srgbClr val="398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🎨 Schritt 5-6: Design &amp; Testen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SCHRITT 5: Optimiere CSS mit Unwritten Styleguide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  → Farben: #3987b8 (Blue), #3e4447 (Black), #f4f5f5 (Gray)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SCHRITT 6: Teste lokal im Browser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  → Funktioniert Input? Antwortet Bot? Design OK?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ERGEBNIS: Schöner, funktionierender Bot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987B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987B8"/>
          </a:solidFill>
          <a:ln>
            <a:solidFill>
              <a:srgbClr val="398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📁 Schritt 7-9: GitHub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SCHRITT 7: Erstelle GitHub Repository (kostenlos!)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SCHRITT 8: Lade index.html zu GitHub hoch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SCHRITT 9: Aktiviere GitHub Pages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  → Settings → Pages → Branch: main, Folder: /(root)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ERGEBNIS: Dein Bot bekommt eine URL &amp; läuft 24/7!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987B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987B8"/>
          </a:solidFill>
          <a:ln>
            <a:solidFill>
              <a:srgbClr val="398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🌐 Bot ist LIVE!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GitHub Pages gibt dir eine URL: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  https://dein-username.github.io/repo-name/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Dein Bot läuft 24/7 kostenlos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Jeder kann es weltweit besuchen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Du kannst Updates pushen → Automatisch live!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987B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987B8"/>
          </a:solidFill>
          <a:ln>
            <a:solidFill>
              <a:srgbClr val="398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🔌 BONUS: Claude API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JETZT: Bot antwortet mit vordefinierten Antworten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MIT API: Bot antwortet mit ECHTER AI (unbegrenzt!)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Setup: https://console.anthropic.com → API Key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Vorteil: Echte Intelligenz, jede Antwort verschieden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Kosten: Kostenlos bis ~100k Tokens/Monat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987B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987B8"/>
          </a:solidFill>
          <a:ln>
            <a:solidFill>
              <a:srgbClr val="398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🚀 Was du danach kannst!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✓ Deinen Bot überall zeigen (Portfolio, LinkedIn, etc)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✓ Mit Claude API noch intelligenter machen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✓ Mehrere Charaktere &amp; Bots bauen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✓ Chat-History speichern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✓ Monetization (Premium Features)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987B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987B8"/>
          </a:solidFill>
          <a:ln>
            <a:solidFill>
              <a:srgbClr val="398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📚 Dein Learning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LEVEL 1 ANFÄNGER: Heute - Mit dieser Anleitung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  → Einen Bot bauen, verstehen wie alles funktioniert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LEVEL 2 INTERMEDIATE: Nächste Woche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  → Claude API, mehrere Charaktere, Analytics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LEVEL 3 ADVANCED: Später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84632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937759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  → Mobile App, Monetization, Community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987B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987B8"/>
          </a:solidFill>
          <a:ln>
            <a:solidFill>
              <a:srgbClr val="398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📖 Alle Ressourcen zur Verfügung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✓ 3 DETAILLIERTE ANLEITUNG-DATEIEN (17.000+ Worte!)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✓ Diese PowerPoint Präsentation (17 Slides)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✓ Live Bot Beispiel: Kaspar Hauser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✓ HTML/CSS/JavaScript Code Templates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✓ System Prompt Beispiele &amp; Struktur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987B8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987B8"/>
          </a:solidFill>
          <a:ln>
            <a:solidFill>
              <a:srgbClr val="398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🎯 Deine nächsten Schritte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1️⃣ Denk dir einen Charakter aus (oder nutze Kaspar!)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2️⃣ Beantworte die 5 Fragen aus Schritt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3️⃣ Folge der Anleitung Schritt für Schritt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4️⃣ Nach 1 Stunde: Dein Bot ist LIVE! 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4F5F5"/>
          </a:solidFill>
          <a:ln>
            <a:solidFill>
              <a:srgbClr val="F4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4447"/>
                </a:solidFill>
              </a:defRPr>
            </a:pPr>
            <a:r>
              <a:t>• 5️⃣ Teile es mit der Welt!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987B8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987B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9144000" cy="3657600"/>
          </a:xfrm>
          <a:prstGeom prst="rect">
            <a:avLst/>
          </a:prstGeom>
          <a:solidFill>
            <a:srgbClr val="2A1A3E"/>
          </a:solidFill>
          <a:ln>
            <a:solidFill>
              <a:srgbClr val="2A1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🙋 Fragen?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Alle Antworten sind in den Anleitungen</a:t>
            </a:r>
            <a:br/>
            <a:r>
              <a:t>Post: post@unwritten.studio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